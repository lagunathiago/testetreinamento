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3"/>
  </p:sldMasterIdLst>
  <p:sldIdLst>
    <p:sldId id="256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641"/>
    <a:srgbClr val="C9D200"/>
    <a:srgbClr val="7DB61C"/>
    <a:srgbClr val="00AE9D"/>
    <a:srgbClr val="00A0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1CE49D-E303-4209-83A4-45A2A9146ED0}" v="2" dt="2023-11-28T19:37:19.9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47"/>
    <p:restoredTop sz="96327"/>
  </p:normalViewPr>
  <p:slideViewPr>
    <p:cSldViewPr snapToGrid="0" showGuides="1">
      <p:cViewPr varScale="1">
        <p:scale>
          <a:sx n="86" d="100"/>
          <a:sy n="86" d="100"/>
        </p:scale>
        <p:origin x="1542" y="9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1D8D7-CC21-9144-A27C-416CED0ABFE8}" type="datetimeFigureOut">
              <a:rPr lang="pt-BR" smtClean="0"/>
              <a:t>28/11/2023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DB50-6551-AB4F-AC4D-08259CAE89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409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1D8D7-CC21-9144-A27C-416CED0ABFE8}" type="datetimeFigureOut">
              <a:rPr lang="pt-BR" smtClean="0"/>
              <a:t>28/11/2023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DB50-6551-AB4F-AC4D-08259CAE89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2296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1D8D7-CC21-9144-A27C-416CED0ABFE8}" type="datetimeFigureOut">
              <a:rPr lang="pt-BR" smtClean="0"/>
              <a:t>28/11/2023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DB50-6551-AB4F-AC4D-08259CAE89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033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1D8D7-CC21-9144-A27C-416CED0ABFE8}" type="datetimeFigureOut">
              <a:rPr lang="pt-BR" smtClean="0"/>
              <a:t>28/11/2023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DB50-6551-AB4F-AC4D-08259CAE89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948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1D8D7-CC21-9144-A27C-416CED0ABFE8}" type="datetimeFigureOut">
              <a:rPr lang="pt-BR" smtClean="0"/>
              <a:t>28/11/2023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DB50-6551-AB4F-AC4D-08259CAE89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4934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1D8D7-CC21-9144-A27C-416CED0ABFE8}" type="datetimeFigureOut">
              <a:rPr lang="pt-BR" smtClean="0"/>
              <a:t>28/11/2023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DB50-6551-AB4F-AC4D-08259CAE89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2190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1D8D7-CC21-9144-A27C-416CED0ABFE8}" type="datetimeFigureOut">
              <a:rPr lang="pt-BR" smtClean="0"/>
              <a:t>28/11/2023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DB50-6551-AB4F-AC4D-08259CAE89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4297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1D8D7-CC21-9144-A27C-416CED0ABFE8}" type="datetimeFigureOut">
              <a:rPr lang="pt-BR" smtClean="0"/>
              <a:t>28/11/2023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DB50-6551-AB4F-AC4D-08259CAE89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4113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1D8D7-CC21-9144-A27C-416CED0ABFE8}" type="datetimeFigureOut">
              <a:rPr lang="pt-BR" smtClean="0"/>
              <a:t>28/11/2023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DB50-6551-AB4F-AC4D-08259CAE89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7479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1D8D7-CC21-9144-A27C-416CED0ABFE8}" type="datetimeFigureOut">
              <a:rPr lang="pt-BR" smtClean="0"/>
              <a:t>28/11/2023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DB50-6551-AB4F-AC4D-08259CAE89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7312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1D8D7-CC21-9144-A27C-416CED0ABFE8}" type="datetimeFigureOut">
              <a:rPr lang="pt-BR" smtClean="0"/>
              <a:t>28/11/2023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DB50-6551-AB4F-AC4D-08259CAE89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5530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1D8D7-CC21-9144-A27C-416CED0ABFE8}" type="datetimeFigureOut">
              <a:rPr lang="pt-BR" smtClean="0"/>
              <a:t>28/11/2023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7DB50-6551-AB4F-AC4D-08259CAE89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6312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A blue and purple logo&#10;&#10;Description automatically generated">
            <a:extLst>
              <a:ext uri="{FF2B5EF4-FFF2-40B4-BE49-F238E27FC236}">
                <a16:creationId xmlns:a16="http://schemas.microsoft.com/office/drawing/2014/main" id="{88E767AA-B765-4221-182B-BAE1B30C5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92" y="717140"/>
            <a:ext cx="2635816" cy="88863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0CF2E75-6C64-CC8D-DC37-827EE5F94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240" y="5996357"/>
            <a:ext cx="1516567" cy="391372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0B799FE-9663-70BD-FB8A-71B1131408AE}"/>
              </a:ext>
            </a:extLst>
          </p:cNvPr>
          <p:cNvSpPr txBox="1"/>
          <p:nvPr/>
        </p:nvSpPr>
        <p:spPr>
          <a:xfrm>
            <a:off x="8219031" y="914689"/>
            <a:ext cx="1070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rgbClr val="003641"/>
                </a:solidFill>
                <a:latin typeface="Asap" panose="020F0504030202060203" pitchFamily="34" charset="77"/>
              </a:rPr>
              <a:t>2024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9AC8B25-E3C1-E13B-FF43-9E4BCD50128F}"/>
              </a:ext>
            </a:extLst>
          </p:cNvPr>
          <p:cNvSpPr txBox="1"/>
          <p:nvPr/>
        </p:nvSpPr>
        <p:spPr>
          <a:xfrm>
            <a:off x="4797905" y="6185203"/>
            <a:ext cx="19100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003641"/>
                </a:solidFill>
                <a:latin typeface="Asap" panose="020F0504030202060203" pitchFamily="34" charset="77"/>
              </a:rPr>
              <a:t>João Batista </a:t>
            </a:r>
            <a:r>
              <a:rPr lang="pt-BR" sz="900" b="1" dirty="0" err="1">
                <a:solidFill>
                  <a:srgbClr val="003641"/>
                </a:solidFill>
                <a:latin typeface="Asap" panose="020F0504030202060203" pitchFamily="34" charset="77"/>
              </a:rPr>
              <a:t>Bartoli</a:t>
            </a:r>
            <a:r>
              <a:rPr lang="pt-BR" sz="900" b="1" dirty="0">
                <a:solidFill>
                  <a:srgbClr val="003641"/>
                </a:solidFill>
                <a:latin typeface="Asap" panose="020F0504030202060203" pitchFamily="34" charset="77"/>
              </a:rPr>
              <a:t> de Noronha</a:t>
            </a:r>
          </a:p>
          <a:p>
            <a:pPr algn="ctr"/>
            <a:r>
              <a:rPr lang="pt-BR" sz="600" dirty="0">
                <a:solidFill>
                  <a:srgbClr val="003641"/>
                </a:solidFill>
                <a:latin typeface="Asap" panose="020F0504030202060203" pitchFamily="34" charset="77"/>
              </a:rPr>
              <a:t>Presidente do Conselho de Administração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6787CDC-D907-8C86-FFCA-BF141A00B7D8}"/>
              </a:ext>
            </a:extLst>
          </p:cNvPr>
          <p:cNvCxnSpPr/>
          <p:nvPr/>
        </p:nvCxnSpPr>
        <p:spPr>
          <a:xfrm>
            <a:off x="4725651" y="6185203"/>
            <a:ext cx="1982332" cy="0"/>
          </a:xfrm>
          <a:prstGeom prst="line">
            <a:avLst/>
          </a:prstGeom>
          <a:ln>
            <a:solidFill>
              <a:srgbClr val="0036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5" descr="A black background with a black border&#10;&#10;Description automatically generated">
            <a:extLst>
              <a:ext uri="{FF2B5EF4-FFF2-40B4-BE49-F238E27FC236}">
                <a16:creationId xmlns:a16="http://schemas.microsoft.com/office/drawing/2014/main" id="{D1BA49CF-B0DB-12F2-2723-2A4828C92A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9901" y="5698035"/>
            <a:ext cx="1982332" cy="36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003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9FDAC7455F699419C4D6FDB972B9858" ma:contentTypeVersion="17" ma:contentTypeDescription="Crie um novo documento." ma:contentTypeScope="" ma:versionID="42d46906ce8dc67c1ac16daba2a26a90">
  <xsd:schema xmlns:xsd="http://www.w3.org/2001/XMLSchema" xmlns:xs="http://www.w3.org/2001/XMLSchema" xmlns:p="http://schemas.microsoft.com/office/2006/metadata/properties" xmlns:ns2="df5506e1-c539-46ea-984a-83e35dd6debe" xmlns:ns3="191f1cd0-f43b-4c23-827c-6b6fb3f1bacd" targetNamespace="http://schemas.microsoft.com/office/2006/metadata/properties" ma:root="true" ma:fieldsID="cf725459b5ea1d279bf75a86c1f1a9a5" ns2:_="" ns3:_="">
    <xsd:import namespace="df5506e1-c539-46ea-984a-83e35dd6debe"/>
    <xsd:import namespace="191f1cd0-f43b-4c23-827c-6b6fb3f1ba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5506e1-c539-46ea-984a-83e35dd6de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ce7fa5f9-00c4-4d3e-87cf-43bcfe285de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1f1cd0-f43b-4c23-827c-6b6fb3f1bacd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093f14f-7ed9-42c0-bf7a-ff1c8ec262e9}" ma:internalName="TaxCatchAll" ma:showField="CatchAllData" ma:web="191f1cd0-f43b-4c23-827c-6b6fb3f1ba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D165C5-E6D3-4238-8E90-9619E66060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70D58BA-BBE9-4A83-AD0F-D481188596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5506e1-c539-46ea-984a-83e35dd6debe"/>
    <ds:schemaRef ds:uri="191f1cd0-f43b-4c23-827c-6b6fb3f1ba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11</Words>
  <Application>Microsoft Office PowerPoint</Application>
  <PresentationFormat>Papel A4 (210 x 297 mm)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Asap</vt:lpstr>
      <vt:lpstr>Calibri</vt:lpstr>
      <vt:lpstr>Calibri Light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Cida Soares</dc:creator>
  <cp:lastModifiedBy>1003 - Lorrayne Kathleen Soares Diamantino</cp:lastModifiedBy>
  <cp:revision>10</cp:revision>
  <dcterms:created xsi:type="dcterms:W3CDTF">2023-10-30T19:27:36Z</dcterms:created>
  <dcterms:modified xsi:type="dcterms:W3CDTF">2023-11-28T20:30:18Z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0d8e3a4-7b42-4f9a-b0c1-cce2a055a5d8_Enabled">
    <vt:lpwstr>true</vt:lpwstr>
  </property>
  <property fmtid="{D5CDD505-2E9C-101B-9397-08002B2CF9AE}" pid="3" name="MSIP_Label_e0d8e3a4-7b42-4f9a-b0c1-cce2a055a5d8_SetDate">
    <vt:lpwstr>2023-10-31T19:54:08Z</vt:lpwstr>
  </property>
  <property fmtid="{D5CDD505-2E9C-101B-9397-08002B2CF9AE}" pid="4" name="MSIP_Label_e0d8e3a4-7b42-4f9a-b0c1-cce2a055a5d8_Method">
    <vt:lpwstr>Privileged</vt:lpwstr>
  </property>
  <property fmtid="{D5CDD505-2E9C-101B-9397-08002B2CF9AE}" pid="5" name="MSIP_Label_e0d8e3a4-7b42-4f9a-b0c1-cce2a055a5d8_Name">
    <vt:lpwstr>RESTRITA</vt:lpwstr>
  </property>
  <property fmtid="{D5CDD505-2E9C-101B-9397-08002B2CF9AE}" pid="6" name="MSIP_Label_e0d8e3a4-7b42-4f9a-b0c1-cce2a055a5d8_SiteId">
    <vt:lpwstr>28b886f2-1894-4dda-9cf2-066ad2e94c2c</vt:lpwstr>
  </property>
  <property fmtid="{D5CDD505-2E9C-101B-9397-08002B2CF9AE}" pid="7" name="MSIP_Label_e0d8e3a4-7b42-4f9a-b0c1-cce2a055a5d8_ActionId">
    <vt:lpwstr>33e74134-4aab-422f-9bcc-c07384287d57</vt:lpwstr>
  </property>
  <property fmtid="{D5CDD505-2E9C-101B-9397-08002B2CF9AE}" pid="8" name="MSIP_Label_e0d8e3a4-7b42-4f9a-b0c1-cce2a055a5d8_ContentBits">
    <vt:lpwstr>0</vt:lpwstr>
  </property>
</Properties>
</file>